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102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5267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433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792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436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234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871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757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16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8961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6184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3391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7995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5871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1334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2500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15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6E408B1-FF97-4D9A-B6EC-8F93D2C7906F}" type="datetimeFigureOut">
              <a:rPr lang="es-AR" smtClean="0"/>
              <a:t>23/6/2024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899A3-8257-4D3B-87BB-81210D5831D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81328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CEB0D30-7603-461A-A937-1042A1FBD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2" y="0"/>
            <a:ext cx="9766169" cy="714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48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54DB190-5246-4DD3-9E0E-A88BDA0B34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04"/>
          <a:stretch/>
        </p:blipFill>
        <p:spPr>
          <a:xfrm>
            <a:off x="134222" y="59720"/>
            <a:ext cx="7569724" cy="67385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B397E8C-B3FF-450C-9E99-8EA6A9EA1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380" y="179108"/>
            <a:ext cx="4186398" cy="32342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4B61C70-32B6-46E0-AF8F-A478BFD78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968" y="3427509"/>
            <a:ext cx="4179810" cy="333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01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CF874ED-AA82-4CCE-8193-F489B91A8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" y="0"/>
            <a:ext cx="5135526" cy="38141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62CB9C-612B-4F22-A501-F2D8048F0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134" y="-23861"/>
            <a:ext cx="4613969" cy="3300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362885B-AABA-4153-9BFC-4E26F636F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" y="3672723"/>
            <a:ext cx="5135525" cy="31852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74BBB91-3EBA-4209-83C6-DFFCA9C5C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9081" y="3276300"/>
            <a:ext cx="4731022" cy="35817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5A6A095-0BF2-462C-ABF3-4B5212E6DE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702" y="2316723"/>
            <a:ext cx="2555298" cy="191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775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C69FA43-8117-4927-81CB-FFC955E3DE86}"/>
              </a:ext>
            </a:extLst>
          </p:cNvPr>
          <p:cNvSpPr txBox="1"/>
          <p:nvPr/>
        </p:nvSpPr>
        <p:spPr>
          <a:xfrm>
            <a:off x="829559" y="478881"/>
            <a:ext cx="107276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sz="3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¿Qué elementos se deben refrigerar en el PC?</a:t>
            </a:r>
          </a:p>
          <a:p>
            <a:b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s-A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08D31B3-B2B4-44DE-9A57-5E8AEE684553}"/>
              </a:ext>
            </a:extLst>
          </p:cNvPr>
          <p:cNvSpPr txBox="1"/>
          <p:nvPr/>
        </p:nvSpPr>
        <p:spPr>
          <a:xfrm>
            <a:off x="829559" y="1105287"/>
            <a:ext cx="4517583" cy="2739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tarjeta gráfica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2000" b="1" dirty="0">
                <a:latin typeface="Verdana" panose="020B0604030504040204" pitchFamily="34" charset="0"/>
                <a:ea typeface="Verdana" panose="020B0604030504040204" pitchFamily="34" charset="0"/>
              </a:rPr>
              <a:t>El procesador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 Northbridge, Southbridge</a:t>
            </a:r>
            <a:endParaRPr lang="es-AR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2000" b="1" dirty="0">
                <a:latin typeface="Verdana" panose="020B0604030504040204" pitchFamily="34" charset="0"/>
                <a:ea typeface="Verdana" panose="020B0604030504040204" pitchFamily="34" charset="0"/>
              </a:rPr>
              <a:t>Los mosfet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AR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 disco duro</a:t>
            </a:r>
          </a:p>
          <a:p>
            <a:br>
              <a:rPr lang="es-AR" dirty="0"/>
            </a:br>
            <a:endParaRPr lang="es-AR" b="1" i="0" dirty="0">
              <a:solidFill>
                <a:srgbClr val="303030"/>
              </a:solidFill>
              <a:effectLst/>
              <a:latin typeface="Roboto" panose="02000000000000000000" pitchFamily="2" charset="0"/>
            </a:endParaRPr>
          </a:p>
          <a:p>
            <a:br>
              <a:rPr lang="es-AR" dirty="0"/>
            </a:br>
            <a:endParaRPr lang="es-AR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6491853-DCA8-4C5C-9E26-0B4B1A0B7BBA}"/>
              </a:ext>
            </a:extLst>
          </p:cNvPr>
          <p:cNvSpPr txBox="1"/>
          <p:nvPr/>
        </p:nvSpPr>
        <p:spPr>
          <a:xfrm>
            <a:off x="829559" y="2825539"/>
            <a:ext cx="10729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s-ES" sz="32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¿Qué otros métodos de refrigeración existen?</a:t>
            </a:r>
          </a:p>
          <a:p>
            <a:br>
              <a:rPr lang="es-ES" sz="32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s-AR" sz="3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B00D69-31E2-4D52-B9B4-02CCFA14A9BF}"/>
              </a:ext>
            </a:extLst>
          </p:cNvPr>
          <p:cNvSpPr txBox="1"/>
          <p:nvPr/>
        </p:nvSpPr>
        <p:spPr>
          <a:xfrm>
            <a:off x="827957" y="3524586"/>
            <a:ext cx="1072761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ES" sz="2000" b="1" i="1" u="sng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refrigeración liquida activa: </a:t>
            </a:r>
            <a:r>
              <a:rPr lang="es-ES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utiliza una bomba que moviliza un liquido dieléctrico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 (de conductividad nula).</a:t>
            </a:r>
            <a:endParaRPr lang="es-ES" sz="2000" b="1" i="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b="1" i="1" u="sng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refrigeración liquida pasiva:</a:t>
            </a:r>
            <a:r>
              <a:rPr lang="es-ES" sz="2000" b="1" i="1" u="sng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s-ES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utiliza la conductividad natural del </a:t>
            </a:r>
          </a:p>
          <a:p>
            <a:pPr algn="l"/>
            <a:r>
              <a:rPr lang="es-ES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material de que están hechos los disipadores.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i="1" u="sng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refrigeración por aire pasiva: </a:t>
            </a:r>
            <a:r>
              <a:rPr lang="es-ES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únicamente compuesto por un disipador.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b="1" i="1" u="sng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La refrigeración por aire activa:</a:t>
            </a:r>
            <a:r>
              <a:rPr lang="es-ES" sz="2000" dirty="0">
                <a:solidFill>
                  <a:schemeClr val="bg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0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compuesto de un disipador y un ventilador, el ventilador expulsa el aire transmitido por el disipador hacia el exterior.</a:t>
            </a:r>
          </a:p>
        </p:txBody>
      </p:sp>
    </p:spTree>
    <p:extLst>
      <p:ext uri="{BB962C8B-B14F-4D97-AF65-F5344CB8AC3E}">
        <p14:creationId xmlns:p14="http://schemas.microsoft.com/office/powerpoint/2010/main" val="340420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35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230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9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6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663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463</TotalTime>
  <Words>111</Words>
  <Application>Microsoft Office PowerPoint</Application>
  <PresentationFormat>Panorámica</PresentationFormat>
  <Paragraphs>16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Roboto</vt:lpstr>
      <vt:lpstr>Verdana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Ambrogio</dc:creator>
  <cp:lastModifiedBy>Francisco Ambrogio</cp:lastModifiedBy>
  <cp:revision>10</cp:revision>
  <dcterms:created xsi:type="dcterms:W3CDTF">2024-06-22T15:53:59Z</dcterms:created>
  <dcterms:modified xsi:type="dcterms:W3CDTF">2024-06-23T21:47:55Z</dcterms:modified>
</cp:coreProperties>
</file>